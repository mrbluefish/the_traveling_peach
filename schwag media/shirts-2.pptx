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CF85A-646E-2235-D7AE-88BC066B0954}" v="3" dt="2025-08-29T14:58:30.541"/>
    <p1510:client id="{9603A34F-04CE-7D15-7E52-101599EBE6E6}" v="7" dt="2025-08-29T14:17:11.947"/>
    <p1510:client id="{A0AB3BD4-D1AC-6B4C-8219-45790669EF91}" v="2" dt="2025-08-30T00:58:45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3"/>
  </p:normalViewPr>
  <p:slideViewPr>
    <p:cSldViewPr snapToGrid="0">
      <p:cViewPr>
        <p:scale>
          <a:sx n="163" d="100"/>
          <a:sy n="163" d="100"/>
        </p:scale>
        <p:origin x="-1368" y="-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no Sabucco" userId="3169cac9eced758b" providerId="LiveId" clId="{A0AB3BD4-D1AC-6B4C-8219-45790669EF91}"/>
    <pc:docChg chg="modSld">
      <pc:chgData name="Gino Sabucco" userId="3169cac9eced758b" providerId="LiveId" clId="{A0AB3BD4-D1AC-6B4C-8219-45790669EF91}" dt="2025-08-30T00:58:45.508" v="1" actId="571"/>
      <pc:docMkLst>
        <pc:docMk/>
      </pc:docMkLst>
      <pc:sldChg chg="addSp modSp">
        <pc:chgData name="Gino Sabucco" userId="3169cac9eced758b" providerId="LiveId" clId="{A0AB3BD4-D1AC-6B4C-8219-45790669EF91}" dt="2025-08-30T00:58:45.508" v="1" actId="571"/>
        <pc:sldMkLst>
          <pc:docMk/>
          <pc:sldMk cId="2788283422" sldId="257"/>
        </pc:sldMkLst>
        <pc:spChg chg="add mod">
          <ac:chgData name="Gino Sabucco" userId="3169cac9eced758b" providerId="LiveId" clId="{A0AB3BD4-D1AC-6B4C-8219-45790669EF91}" dt="2025-08-30T00:58:45.508" v="1" actId="571"/>
          <ac:spMkLst>
            <pc:docMk/>
            <pc:sldMk cId="2788283422" sldId="257"/>
            <ac:spMk id="2" creationId="{C3BA03D1-379A-FA6F-5EA2-64E972A5D9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2ABF-217A-E750-2140-A27039E89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F3490-2EC4-0FDD-E094-450C15A45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1496-3305-B0F3-540E-B9F1C7B9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DD604-5B11-B249-1CF8-49377C34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86D1-BF11-5F27-1B8F-4C717853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31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C04E-C834-CE48-2DEF-C8AAF84E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2CBA4-7859-C5F1-4193-07473B4B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64F0E-BA01-B547-1826-7B80349A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D7305-E28E-726B-612D-1A278A7B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BDE99-E36A-F9E2-3DD1-985172D9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7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2516-202E-5182-E8EF-2B6BC51C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5C840-AF99-CF5D-083E-CACD149C7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9255D-1E71-D157-E7FA-22E7C25A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B3881-FE49-3CE6-9110-CF7D69FF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E1459-8935-B093-896D-619AC26C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1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BD95-4AE6-3599-5391-3DEFF2EC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76BC-1FDF-2DB2-6B4C-A0F5BDBFC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5D3A0-246A-0CEC-7ED5-747A783B4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A4A30-E63E-B306-4E55-3542AB1F8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904B5-48F5-F991-517B-AB0C0757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95AA9-468F-B2CB-F976-C259C369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6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E908-5F7D-BB89-CD84-3D355B0C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EFCEB-9A0B-5B95-17FF-3AC121FF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54C24-4115-1890-7F48-1DE96C2C0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F5A7-A97B-0E8B-5DD1-F53BCF3A3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A57EA-F2C3-5413-020A-6F623CFA6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55246-0CCE-C4DD-5D06-85C30F30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B166B-BDFD-36EF-9709-2AEF1DCF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871B9-D8B4-D971-ACC7-8A558A00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4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8009-3F33-3A6F-E7BD-72B41A43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20457-248A-9A4F-A51F-6CC03799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F7239-9C36-CBE2-0275-75D1DEB73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83BDE-9EDA-7D73-6E6F-C71522F4E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0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E39FA-4FFE-2902-E79C-E982C64C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C0E43-F5DA-02C8-E793-9B31996FF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07D01-E4A3-707E-F4E1-6F96AAE9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6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A17C-1AE9-A4D9-42FE-23E9108D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10796-E3C5-8E2B-3D00-77130F282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74A20-D949-C0BD-D10F-00EFA11EE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67C47-033A-6505-5824-4481BEB0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0D3A9-014D-70DF-6ED7-669079D3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A219A-8851-4D22-6C2C-08596283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6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6E00-14F6-2B12-E6EE-58D8B861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D1A6E-6285-1FDA-12C3-ABA424CE9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FF4F0-B546-8F54-3FE9-F0286B64D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E2160-0451-43A5-B1A6-24AC0A8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D3314-CEFD-9F16-E536-650D9341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5302C-4E95-B142-BCCF-CA703951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7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54B8-B43E-6D39-B702-DA7654D8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DB8A0-473C-79A9-CD6B-25A00EDE8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669BE-2058-A85A-A707-BFB8B8AFA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28751-B8E7-A027-DCC0-6B2F1C92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02100-CF20-36E2-4E6B-FD135CAA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5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9A5E7F-A485-97FE-BDF7-05682F7F6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2A348-6306-ACFC-E683-4EF3E1D8A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B404E-E255-6093-991E-0CEED781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2C813-5864-66DA-858F-7C3A3088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9E91D-41F3-36DD-06A7-1FEA9B636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4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BCAE0-2147-9359-8815-6A1D13E7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66E58-916B-4889-5118-FA4FFF891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CE11F-D708-546C-BBC6-639C370E9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D1F10-1DC5-4529-8107-A05604DA530E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122A0-5383-74C8-82AF-F677F5452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B1102-6386-95AC-8FB7-31FE28677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DB27B-B366-4124-9E95-A1122522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4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thetravelingpeach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thetravelingpeach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thetravelingpeach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thetravelingpeach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9FDE-3465-8E6D-EED6-5E4A58DCA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944018"/>
            <a:ext cx="12005733" cy="969963"/>
          </a:xfrm>
        </p:spPr>
        <p:txBody>
          <a:bodyPr>
            <a:normAutofit/>
          </a:bodyPr>
          <a:lstStyle/>
          <a:p>
            <a:r>
              <a:rPr lang="en-US" sz="4800" b="1">
                <a:cs typeface="Aldhabi" panose="020F0502020204030204" pitchFamily="2" charset="-78"/>
              </a:rPr>
              <a:t>the traveling peach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364D9-8EDF-F136-4526-2C0D5C650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5827" y="5007506"/>
            <a:ext cx="4726818" cy="1692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hlinkClick r:id="rId2"/>
              </a:rPr>
              <a:t>www.thetravelingpeach.com</a:t>
            </a:r>
            <a:endParaRPr lang="en-US"/>
          </a:p>
          <a:p>
            <a:r>
              <a:rPr lang="en-US"/>
              <a:t>Book a Peach Party Today!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622A5-1C4F-EFA6-95DA-88655EE38897}"/>
              </a:ext>
            </a:extLst>
          </p:cNvPr>
          <p:cNvSpPr/>
          <p:nvPr/>
        </p:nvSpPr>
        <p:spPr>
          <a:xfrm>
            <a:off x="5079997" y="2279781"/>
            <a:ext cx="1845733" cy="477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FRONT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F72FF-48D6-B570-4C5E-4A89A51FA837}"/>
              </a:ext>
            </a:extLst>
          </p:cNvPr>
          <p:cNvSpPr/>
          <p:nvPr/>
        </p:nvSpPr>
        <p:spPr>
          <a:xfrm>
            <a:off x="5393265" y="4286780"/>
            <a:ext cx="1219200" cy="34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A8065-788C-C997-C558-386DD1819691}"/>
              </a:ext>
            </a:extLst>
          </p:cNvPr>
          <p:cNvSpPr/>
          <p:nvPr/>
        </p:nvSpPr>
        <p:spPr>
          <a:xfrm>
            <a:off x="1820333" y="13230"/>
            <a:ext cx="8551333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This is going on ONE white Medium t-shirt and ONE white XL t-shirt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B4424-672F-F703-224A-B1553329F1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273" b="27092"/>
          <a:stretch/>
        </p:blipFill>
        <p:spPr>
          <a:xfrm>
            <a:off x="177801" y="1557866"/>
            <a:ext cx="2800350" cy="3635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C6CD87-979B-A87F-4D92-773427B950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528" b="30252"/>
          <a:stretch/>
        </p:blipFill>
        <p:spPr>
          <a:xfrm>
            <a:off x="8971491" y="1215494"/>
            <a:ext cx="2800350" cy="32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9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5364D9-8EDF-F136-4526-2C0D5C650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19173"/>
            <a:ext cx="12005732" cy="783695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hlinkClick r:id="rId2"/>
              </a:rPr>
              <a:t>www.thetravelingpeach.com</a:t>
            </a:r>
            <a:endParaRPr lang="en-US"/>
          </a:p>
          <a:p>
            <a:r>
              <a:rPr lang="en-US"/>
              <a:t>Book a Peach Party Today!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622A5-1C4F-EFA6-95DA-88655EE38897}"/>
              </a:ext>
            </a:extLst>
          </p:cNvPr>
          <p:cNvSpPr/>
          <p:nvPr/>
        </p:nvSpPr>
        <p:spPr>
          <a:xfrm>
            <a:off x="5173133" y="1138827"/>
            <a:ext cx="1845733" cy="477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F72FF-48D6-B570-4C5E-4A89A51FA837}"/>
              </a:ext>
            </a:extLst>
          </p:cNvPr>
          <p:cNvSpPr/>
          <p:nvPr/>
        </p:nvSpPr>
        <p:spPr>
          <a:xfrm>
            <a:off x="5393266" y="5251980"/>
            <a:ext cx="1219200" cy="34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82C91-545F-98A3-85B8-BBCCBA1AF816}"/>
              </a:ext>
            </a:extLst>
          </p:cNvPr>
          <p:cNvSpPr/>
          <p:nvPr/>
        </p:nvSpPr>
        <p:spPr>
          <a:xfrm>
            <a:off x="1820333" y="13230"/>
            <a:ext cx="8551333" cy="914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All other white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t-SHIRTS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FDE2FC-5698-6FC3-C946-263A2A26E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836" y="1883775"/>
            <a:ext cx="2600325" cy="28792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FBF082-0369-A728-3DB3-DC83398618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083" b="20095"/>
          <a:stretch/>
        </p:blipFill>
        <p:spPr>
          <a:xfrm>
            <a:off x="682625" y="1776943"/>
            <a:ext cx="2800350" cy="3829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B6589-479B-FF5A-D003-59B8969883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419" b="22082"/>
          <a:stretch/>
        </p:blipFill>
        <p:spPr>
          <a:xfrm>
            <a:off x="8522757" y="1554099"/>
            <a:ext cx="2800350" cy="387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8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BBAD3A-B9DF-EAE5-2784-33FBB46A73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986" t="14861" r="-152986" b="26528"/>
          <a:stretch/>
        </p:blipFill>
        <p:spPr>
          <a:xfrm>
            <a:off x="4695825" y="1151467"/>
            <a:ext cx="2800350" cy="3572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DC0854-A345-2D8D-6B66-5ECACF25D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39" b="22917"/>
          <a:stretch/>
        </p:blipFill>
        <p:spPr>
          <a:xfrm>
            <a:off x="377825" y="1659467"/>
            <a:ext cx="2800350" cy="3928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938C7D-23D6-20F4-CD76-6ABE3D1BA8D6}"/>
              </a:ext>
            </a:extLst>
          </p:cNvPr>
          <p:cNvSpPr txBox="1"/>
          <p:nvPr/>
        </p:nvSpPr>
        <p:spPr>
          <a:xfrm>
            <a:off x="0" y="1659467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latin typeface="Aptos Serif" panose="020B0502040204020203" pitchFamily="18" charset="0"/>
                <a:cs typeface="Aptos Serif" panose="020B0502040204020203" pitchFamily="18" charset="0"/>
              </a:rPr>
              <a:t>the</a:t>
            </a:r>
          </a:p>
          <a:p>
            <a:pPr algn="ctr"/>
            <a:r>
              <a:rPr lang="en-US" sz="4800" b="1">
                <a:latin typeface="Aptos Serif" panose="020B0502040204020203" pitchFamily="18" charset="0"/>
                <a:cs typeface="Aptos Serif" panose="020B0502040204020203" pitchFamily="18" charset="0"/>
              </a:rPr>
              <a:t>traveling </a:t>
            </a:r>
          </a:p>
          <a:p>
            <a:pPr algn="ctr"/>
            <a:r>
              <a:rPr lang="en-US" sz="4800" b="1">
                <a:latin typeface="Aptos Serif" panose="020B0502040204020203" pitchFamily="18" charset="0"/>
                <a:cs typeface="Aptos Serif" panose="020B0502040204020203" pitchFamily="18" charset="0"/>
              </a:rPr>
              <a:t>peach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1783E-711A-498F-A241-45E71C621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231" y="1038630"/>
            <a:ext cx="1865538" cy="530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92589F-ABC8-32BF-1031-48103F0CAC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639" b="22917"/>
          <a:stretch/>
        </p:blipFill>
        <p:spPr>
          <a:xfrm>
            <a:off x="8569781" y="1269999"/>
            <a:ext cx="2800350" cy="3928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3DE435-6A3F-9F8F-190B-BA2E2B075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234" y="4698618"/>
            <a:ext cx="1237595" cy="499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458EB5-718E-3373-F293-B07C1BFF5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212773"/>
            <a:ext cx="12004064" cy="17375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5DFFB3F-5649-842D-4056-665E17D10C7A}"/>
              </a:ext>
            </a:extLst>
          </p:cNvPr>
          <p:cNvSpPr/>
          <p:nvPr/>
        </p:nvSpPr>
        <p:spPr>
          <a:xfrm>
            <a:off x="1820333" y="13230"/>
            <a:ext cx="8551333" cy="914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Grey sweatshirt</a:t>
            </a:r>
          </a:p>
        </p:txBody>
      </p:sp>
    </p:spTree>
    <p:extLst>
      <p:ext uri="{BB962C8B-B14F-4D97-AF65-F5344CB8AC3E}">
        <p14:creationId xmlns:p14="http://schemas.microsoft.com/office/powerpoint/2010/main" val="278828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BBAD3A-B9DF-EAE5-2784-33FBB46A73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986" t="14861" r="-152986" b="26528"/>
          <a:stretch/>
        </p:blipFill>
        <p:spPr>
          <a:xfrm>
            <a:off x="4695825" y="1151467"/>
            <a:ext cx="2800350" cy="3572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938C7D-23D6-20F4-CD76-6ABE3D1BA8D6}"/>
              </a:ext>
            </a:extLst>
          </p:cNvPr>
          <p:cNvSpPr txBox="1"/>
          <p:nvPr/>
        </p:nvSpPr>
        <p:spPr>
          <a:xfrm>
            <a:off x="0" y="1659467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rif" panose="020B0502040204020203" pitchFamily="18" charset="0"/>
                <a:ea typeface="+mn-ea"/>
                <a:cs typeface="Aptos Serif" panose="020B0502040204020203" pitchFamily="18" charset="0"/>
              </a:rPr>
              <a:t>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rif" panose="020B0502040204020203" pitchFamily="18" charset="0"/>
                <a:ea typeface="+mn-ea"/>
                <a:cs typeface="Aptos Serif" panose="020B0502040204020203" pitchFamily="18" charset="0"/>
              </a:rPr>
              <a:t>traveling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rif" panose="020B0502040204020203" pitchFamily="18" charset="0"/>
                <a:ea typeface="+mn-ea"/>
                <a:cs typeface="Aptos Serif" panose="020B0502040204020203" pitchFamily="18" charset="0"/>
              </a:rPr>
              <a:t>peach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1783E-711A-498F-A241-45E71C621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231" y="1038630"/>
            <a:ext cx="1865538" cy="530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3DE435-6A3F-9F8F-190B-BA2E2B075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234" y="4698618"/>
            <a:ext cx="1237595" cy="499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458EB5-718E-3373-F293-B07C1BFF5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12773"/>
            <a:ext cx="12004064" cy="17375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5DFFB3F-5649-842D-4056-665E17D10C7A}"/>
              </a:ext>
            </a:extLst>
          </p:cNvPr>
          <p:cNvSpPr/>
          <p:nvPr/>
        </p:nvSpPr>
        <p:spPr>
          <a:xfrm>
            <a:off x="1820333" y="13230"/>
            <a:ext cx="8551333" cy="914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BROWN SWEATSHIRT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400879-9D9E-77DB-AC3C-4FE488B51D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129" b="24395"/>
          <a:stretch/>
        </p:blipFill>
        <p:spPr>
          <a:xfrm>
            <a:off x="729003" y="1311482"/>
            <a:ext cx="2800350" cy="3928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56D6D4-88A5-6A79-B2F6-9BA17E80853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6978" b="24410"/>
          <a:stretch/>
        </p:blipFill>
        <p:spPr>
          <a:xfrm>
            <a:off x="8225178" y="1489282"/>
            <a:ext cx="2800350" cy="357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7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9FDE-3465-8E6D-EED6-5E4A58DCA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944018"/>
            <a:ext cx="12005733" cy="969963"/>
          </a:xfrm>
        </p:spPr>
        <p:txBody>
          <a:bodyPr>
            <a:normAutofit/>
          </a:bodyPr>
          <a:lstStyle/>
          <a:p>
            <a:r>
              <a:rPr lang="en-US" sz="4800" b="1">
                <a:cs typeface="Aldhabi" panose="020F0502020204030204" pitchFamily="2" charset="-78"/>
              </a:rPr>
              <a:t>the traveling peach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364D9-8EDF-F136-4526-2C0D5C650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4702705"/>
            <a:ext cx="12005732" cy="1655762"/>
          </a:xfrm>
        </p:spPr>
        <p:txBody>
          <a:bodyPr/>
          <a:lstStyle/>
          <a:p>
            <a:r>
              <a:rPr lang="en-US">
                <a:hlinkClick r:id="rId2"/>
              </a:rPr>
              <a:t>www.thetravelingpeach.com</a:t>
            </a:r>
            <a:endParaRPr lang="en-US"/>
          </a:p>
          <a:p>
            <a:r>
              <a:rPr lang="en-US"/>
              <a:t>Book a Peach Party Today!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622A5-1C4F-EFA6-95DA-88655EE38897}"/>
              </a:ext>
            </a:extLst>
          </p:cNvPr>
          <p:cNvSpPr/>
          <p:nvPr/>
        </p:nvSpPr>
        <p:spPr>
          <a:xfrm>
            <a:off x="5079997" y="2279781"/>
            <a:ext cx="1845733" cy="477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F72FF-48D6-B570-4C5E-4A89A51FA837}"/>
              </a:ext>
            </a:extLst>
          </p:cNvPr>
          <p:cNvSpPr/>
          <p:nvPr/>
        </p:nvSpPr>
        <p:spPr>
          <a:xfrm>
            <a:off x="5393265" y="4286780"/>
            <a:ext cx="1219200" cy="34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3FD0D5-D6E8-91C9-BF2D-98E909C9B2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475" b="21808"/>
          <a:stretch/>
        </p:blipFill>
        <p:spPr>
          <a:xfrm>
            <a:off x="84664" y="1710266"/>
            <a:ext cx="2804403" cy="39454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7582C91-545F-98A3-85B8-BBCCBA1AF816}"/>
              </a:ext>
            </a:extLst>
          </p:cNvPr>
          <p:cNvSpPr/>
          <p:nvPr/>
        </p:nvSpPr>
        <p:spPr>
          <a:xfrm>
            <a:off x="1820333" y="13230"/>
            <a:ext cx="8551333" cy="914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BLACK TANK TOP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037DC2-D599-1979-4CA0-BF38D91613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194" b="26250"/>
          <a:stretch/>
        </p:blipFill>
        <p:spPr>
          <a:xfrm>
            <a:off x="8776758" y="1583265"/>
            <a:ext cx="2800350" cy="369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4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5364D9-8EDF-F136-4526-2C0D5C650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19173"/>
            <a:ext cx="12005732" cy="783695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hlinkClick r:id="rId2"/>
              </a:rPr>
              <a:t>www.thetravelingpeach.com</a:t>
            </a:r>
            <a:endParaRPr lang="en-US"/>
          </a:p>
          <a:p>
            <a:r>
              <a:rPr lang="en-US"/>
              <a:t>Book a Peach Party Today!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622A5-1C4F-EFA6-95DA-88655EE38897}"/>
              </a:ext>
            </a:extLst>
          </p:cNvPr>
          <p:cNvSpPr/>
          <p:nvPr/>
        </p:nvSpPr>
        <p:spPr>
          <a:xfrm>
            <a:off x="5173133" y="1138827"/>
            <a:ext cx="1845733" cy="477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F72FF-48D6-B570-4C5E-4A89A51FA837}"/>
              </a:ext>
            </a:extLst>
          </p:cNvPr>
          <p:cNvSpPr/>
          <p:nvPr/>
        </p:nvSpPr>
        <p:spPr>
          <a:xfrm>
            <a:off x="5393266" y="5251980"/>
            <a:ext cx="1219200" cy="34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82C91-545F-98A3-85B8-BBCCBA1AF816}"/>
              </a:ext>
            </a:extLst>
          </p:cNvPr>
          <p:cNvSpPr/>
          <p:nvPr/>
        </p:nvSpPr>
        <p:spPr>
          <a:xfrm>
            <a:off x="1820333" y="13230"/>
            <a:ext cx="8551333" cy="914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WHITE TANK TOP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FDE2FC-5698-6FC3-C946-263A2A26E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836" y="1883775"/>
            <a:ext cx="2600325" cy="28792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A4C172-4CB5-A8AA-E08B-976C954818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735" b="29033"/>
          <a:stretch/>
        </p:blipFill>
        <p:spPr>
          <a:xfrm>
            <a:off x="420158" y="1989373"/>
            <a:ext cx="2800350" cy="28792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AEE6FE-7385-8740-DA3B-931EF57701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419" b="26384"/>
          <a:stretch/>
        </p:blipFill>
        <p:spPr>
          <a:xfrm>
            <a:off x="8810625" y="1519060"/>
            <a:ext cx="2800350" cy="360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Aldhabi</vt:lpstr>
      <vt:lpstr>Aptos</vt:lpstr>
      <vt:lpstr>Aptos Display</vt:lpstr>
      <vt:lpstr>Aptos Serif</vt:lpstr>
      <vt:lpstr>Arial</vt:lpstr>
      <vt:lpstr>Office Theme</vt:lpstr>
      <vt:lpstr>the traveling peach</vt:lpstr>
      <vt:lpstr>PowerPoint Presentation</vt:lpstr>
      <vt:lpstr>PowerPoint Presentation</vt:lpstr>
      <vt:lpstr>PowerPoint Presentation</vt:lpstr>
      <vt:lpstr>the traveling peach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traveling peach</dc:title>
  <dc:creator>Courtney Sabucco</dc:creator>
  <cp:lastModifiedBy>Gino Sabucco</cp:lastModifiedBy>
  <cp:revision>2</cp:revision>
  <dcterms:created xsi:type="dcterms:W3CDTF">2025-08-29T13:07:37Z</dcterms:created>
  <dcterms:modified xsi:type="dcterms:W3CDTF">2025-08-30T00:58:55Z</dcterms:modified>
</cp:coreProperties>
</file>